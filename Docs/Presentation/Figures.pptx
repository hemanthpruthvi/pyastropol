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41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C6B3D-EEDF-4B37-B682-F6F2967F7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0EB8A-CCAF-48E4-A6A0-356F1B7D6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4C1D7-0B45-4FFF-A90A-7AA30A09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F33E9-7B95-4D53-BCEB-1C56234D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5D4F9-37F6-46E8-9C6F-B01AE114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1009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76C0-07A4-412F-A6BE-CBEF3F93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BC194-A044-41A5-8CCC-0D867976D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52160-0845-423F-BF41-1F4CB4AC6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88AFA-995C-4FA7-8D22-D53853ED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F6AA6-81A3-4AF0-AC97-66DD94B2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9396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9637-CE52-413F-8404-B5E82B4FD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8B3A9-152F-4227-AAA0-8AD69C70A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48028-34BF-4CFD-A2CA-4B256D98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C923B-CFA8-4D04-B6C4-A94FB82E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8EE3A-B5B7-4166-AA55-AA4230F8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9290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862F-A971-4320-AE1C-B4AE0EE4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C6AD7-BD6E-4D3F-A4B1-1E8571EE5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D1688-1791-4B53-A907-572DFAFAA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E21B8-B2D1-47AD-8C66-D3C04296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62887-E559-48CB-8AB7-75257080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139D4-CA52-48E5-B35F-1D4F4DA0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818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B483-6633-4054-995B-0A18FA34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DF061-24D7-46CA-AB72-C42F09B99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B9E80-3A5C-481B-9B2C-48D085BEA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5CBC6-9559-4C63-AFCF-9E94A4107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EFCC4-EBFB-44C5-8E7B-8FBC193F5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6274CB-11C6-4A74-B953-154E7F54A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B729C7-E931-4B79-A78A-F3A17ECF3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D3076-2B68-43FD-95DB-366710AF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9650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87A1-BB6A-4623-83FF-A2A5E6B2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285FA-1B69-4F7C-B39D-0702463B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849DE-BA37-4542-90F8-51107FCC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45D17-EC01-4171-9C9A-2AB48BF1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396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7D8E0-D2F9-4340-8CF2-DC99640A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F259C-43C3-48CE-A756-0E9145F68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6F8F0-DA86-4A31-BE20-BB89A472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4327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7841-081A-400B-8193-6C1B680FD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03937-9B96-4FBD-9398-DC669984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A0698-FB54-4AD0-B4E5-8D611349F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227C2-B05D-477C-8445-1F2EF86E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303A6-4D08-40C8-A27E-D59C0F0DB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D97BE-C22F-4523-8575-5486562C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9778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EDA2-D74E-4805-945C-6C4B5A232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EBC76-FA39-47D4-82BB-C31D226CC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5630E-5FA7-44E0-BE27-3FFD850BC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80214-2566-42E1-8C2C-9D9F1FC6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5F133-A244-410B-B9E9-AF1CF474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ADD67-94CD-4F6A-904E-3A5B877B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538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E4CB-BAA6-4216-A725-0927C753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95DD0-D785-4025-89F0-266ADB3A0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10EDC-670C-48F3-8574-55274024A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C3170-C90E-43DA-A23F-4AF438229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9DA3C-34FC-47D3-8A27-1F48A7D2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5732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DEEEA-41FA-49E1-89C7-E22A859DC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BE128-B716-4733-8CE0-671624710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1FF8F-D728-4057-8EB5-54D6BB098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E1644-EF91-4CF0-AB38-B0056E22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52BAF-D547-4CFB-A1A6-FF14C3D9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1642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30B8F-1A21-45B4-917D-91B3052F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A0EAD-3B00-4C17-BD37-B4740B799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5AF72-D554-4C47-AFB8-1AC94B5011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28B3E-8E39-4069-ADC3-22190CBE6BFB}" type="datetimeFigureOut">
              <a:rPr lang="en-DE" smtClean="0"/>
              <a:t>23/12/2020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649C1-B229-4FAE-B66A-6F6F917F6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FA750-8083-4A17-B314-50634F15F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2C49A-BA4A-4408-9CE8-30F4D2242E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78813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C0E646F-31C2-4A06-AD7A-93AF0FCC84F2}"/>
              </a:ext>
            </a:extLst>
          </p:cNvPr>
          <p:cNvSpPr/>
          <p:nvPr/>
        </p:nvSpPr>
        <p:spPr>
          <a:xfrm>
            <a:off x="6188216" y="2678239"/>
            <a:ext cx="192375" cy="1769035"/>
          </a:xfrm>
          <a:custGeom>
            <a:avLst/>
            <a:gdLst>
              <a:gd name="connsiteX0" fmla="*/ 84791 w 192375"/>
              <a:gd name="connsiteY0" fmla="*/ 0 h 1769035"/>
              <a:gd name="connsiteX1" fmla="*/ 1121 w 192375"/>
              <a:gd name="connsiteY1" fmla="*/ 340659 h 1769035"/>
              <a:gd name="connsiteX2" fmla="*/ 138580 w 192375"/>
              <a:gd name="connsiteY2" fmla="*/ 561788 h 1769035"/>
              <a:gd name="connsiteX3" fmla="*/ 90768 w 192375"/>
              <a:gd name="connsiteY3" fmla="*/ 866588 h 1769035"/>
              <a:gd name="connsiteX4" fmla="*/ 192368 w 192375"/>
              <a:gd name="connsiteY4" fmla="*/ 1189318 h 1769035"/>
              <a:gd name="connsiteX5" fmla="*/ 84791 w 192375"/>
              <a:gd name="connsiteY5" fmla="*/ 1512047 h 1769035"/>
              <a:gd name="connsiteX6" fmla="*/ 174438 w 192375"/>
              <a:gd name="connsiteY6" fmla="*/ 1769035 h 176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375" h="1769035">
                <a:moveTo>
                  <a:pt x="84791" y="0"/>
                </a:moveTo>
                <a:cubicBezTo>
                  <a:pt x="38473" y="123514"/>
                  <a:pt x="-7844" y="247028"/>
                  <a:pt x="1121" y="340659"/>
                </a:cubicBezTo>
                <a:cubicBezTo>
                  <a:pt x="10086" y="434290"/>
                  <a:pt x="123639" y="474133"/>
                  <a:pt x="138580" y="561788"/>
                </a:cubicBezTo>
                <a:cubicBezTo>
                  <a:pt x="153521" y="649443"/>
                  <a:pt x="81803" y="762000"/>
                  <a:pt x="90768" y="866588"/>
                </a:cubicBezTo>
                <a:cubicBezTo>
                  <a:pt x="99733" y="971176"/>
                  <a:pt x="193364" y="1081742"/>
                  <a:pt x="192368" y="1189318"/>
                </a:cubicBezTo>
                <a:cubicBezTo>
                  <a:pt x="191372" y="1296894"/>
                  <a:pt x="87779" y="1415428"/>
                  <a:pt x="84791" y="1512047"/>
                </a:cubicBezTo>
                <a:cubicBezTo>
                  <a:pt x="81803" y="1608666"/>
                  <a:pt x="128120" y="1688850"/>
                  <a:pt x="174438" y="1769035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6730BF8-9050-4241-9BAD-F97A32317232}"/>
              </a:ext>
            </a:extLst>
          </p:cNvPr>
          <p:cNvSpPr/>
          <p:nvPr/>
        </p:nvSpPr>
        <p:spPr>
          <a:xfrm>
            <a:off x="6378070" y="2684216"/>
            <a:ext cx="176116" cy="1780988"/>
          </a:xfrm>
          <a:custGeom>
            <a:avLst/>
            <a:gdLst>
              <a:gd name="connsiteX0" fmla="*/ 68255 w 176116"/>
              <a:gd name="connsiteY0" fmla="*/ 0 h 1780988"/>
              <a:gd name="connsiteX1" fmla="*/ 2514 w 176116"/>
              <a:gd name="connsiteY1" fmla="*/ 268941 h 1780988"/>
              <a:gd name="connsiteX2" fmla="*/ 145949 w 176116"/>
              <a:gd name="connsiteY2" fmla="*/ 579717 h 1780988"/>
              <a:gd name="connsiteX3" fmla="*/ 38373 w 176116"/>
              <a:gd name="connsiteY3" fmla="*/ 920376 h 1780988"/>
              <a:gd name="connsiteX4" fmla="*/ 175831 w 176116"/>
              <a:gd name="connsiteY4" fmla="*/ 1195294 h 1780988"/>
              <a:gd name="connsiteX5" fmla="*/ 74231 w 176116"/>
              <a:gd name="connsiteY5" fmla="*/ 1464235 h 1780988"/>
              <a:gd name="connsiteX6" fmla="*/ 68255 w 176116"/>
              <a:gd name="connsiteY6" fmla="*/ 1780988 h 178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16" h="1780988">
                <a:moveTo>
                  <a:pt x="68255" y="0"/>
                </a:moveTo>
                <a:cubicBezTo>
                  <a:pt x="28910" y="86161"/>
                  <a:pt x="-10435" y="172322"/>
                  <a:pt x="2514" y="268941"/>
                </a:cubicBezTo>
                <a:cubicBezTo>
                  <a:pt x="15463" y="365561"/>
                  <a:pt x="139973" y="471145"/>
                  <a:pt x="145949" y="579717"/>
                </a:cubicBezTo>
                <a:cubicBezTo>
                  <a:pt x="151925" y="688289"/>
                  <a:pt x="33393" y="817780"/>
                  <a:pt x="38373" y="920376"/>
                </a:cubicBezTo>
                <a:cubicBezTo>
                  <a:pt x="43353" y="1022972"/>
                  <a:pt x="169855" y="1104651"/>
                  <a:pt x="175831" y="1195294"/>
                </a:cubicBezTo>
                <a:cubicBezTo>
                  <a:pt x="181807" y="1285937"/>
                  <a:pt x="92160" y="1366619"/>
                  <a:pt x="74231" y="1464235"/>
                </a:cubicBezTo>
                <a:cubicBezTo>
                  <a:pt x="56302" y="1561851"/>
                  <a:pt x="62278" y="1671419"/>
                  <a:pt x="68255" y="1780988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83ED0A-1F1F-42B9-9222-557BF49ACB79}"/>
              </a:ext>
            </a:extLst>
          </p:cNvPr>
          <p:cNvCxnSpPr/>
          <p:nvPr/>
        </p:nvCxnSpPr>
        <p:spPr>
          <a:xfrm>
            <a:off x="3810701" y="3556780"/>
            <a:ext cx="246230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386FBD-8468-44C4-B701-F4F6B26AE242}"/>
              </a:ext>
            </a:extLst>
          </p:cNvPr>
          <p:cNvCxnSpPr/>
          <p:nvPr/>
        </p:nvCxnSpPr>
        <p:spPr>
          <a:xfrm>
            <a:off x="6431857" y="3556780"/>
            <a:ext cx="246230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E9F2EB-A3D4-4D8D-AA27-789C797BE90F}"/>
              </a:ext>
            </a:extLst>
          </p:cNvPr>
          <p:cNvGrpSpPr/>
          <p:nvPr/>
        </p:nvGrpSpPr>
        <p:grpSpPr>
          <a:xfrm>
            <a:off x="4646405" y="2869100"/>
            <a:ext cx="706108" cy="687680"/>
            <a:chOff x="3675814" y="3768922"/>
            <a:chExt cx="706108" cy="68768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DB82CE5-B611-46D9-9377-5E15F4AF3907}"/>
                </a:ext>
              </a:extLst>
            </p:cNvPr>
            <p:cNvCxnSpPr>
              <a:cxnSpLocks/>
            </p:cNvCxnSpPr>
            <p:nvPr/>
          </p:nvCxnSpPr>
          <p:spPr>
            <a:xfrm>
              <a:off x="3675814" y="4448650"/>
              <a:ext cx="706108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31724DE-90C7-4EE9-AC1F-A94760E9E1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1716" y="3768922"/>
              <a:ext cx="0" cy="671777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C99C89C-E7F7-4033-85F3-B037088557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1716" y="3870961"/>
              <a:ext cx="409831" cy="585641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EB8716E-A3FE-4D50-BDF9-B906662C2C48}"/>
              </a:ext>
            </a:extLst>
          </p:cNvPr>
          <p:cNvGrpSpPr/>
          <p:nvPr/>
        </p:nvGrpSpPr>
        <p:grpSpPr>
          <a:xfrm>
            <a:off x="7663010" y="2869100"/>
            <a:ext cx="706108" cy="687680"/>
            <a:chOff x="3675814" y="3768922"/>
            <a:chExt cx="706108" cy="687680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32A7930-AED8-47BC-97EF-71613FB8AEA3}"/>
                </a:ext>
              </a:extLst>
            </p:cNvPr>
            <p:cNvCxnSpPr>
              <a:cxnSpLocks/>
            </p:cNvCxnSpPr>
            <p:nvPr/>
          </p:nvCxnSpPr>
          <p:spPr>
            <a:xfrm>
              <a:off x="3675814" y="4448650"/>
              <a:ext cx="706108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8CD9F10-5243-49A6-8735-E8C4D8BED0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1716" y="3768922"/>
              <a:ext cx="0" cy="671777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0E4116A-5A76-4AE7-A4D1-77DB666A92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1716" y="3870961"/>
              <a:ext cx="409831" cy="585641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0E6DFC8B-873A-42DA-8314-36C597186BC8}"/>
              </a:ext>
            </a:extLst>
          </p:cNvPr>
          <p:cNvSpPr/>
          <p:nvPr/>
        </p:nvSpPr>
        <p:spPr>
          <a:xfrm rot="782778">
            <a:off x="4610536" y="2874290"/>
            <a:ext cx="187968" cy="1241725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CDD91AF-ECE6-4E35-A7BC-284A5537CF7E}"/>
              </a:ext>
            </a:extLst>
          </p:cNvPr>
          <p:cNvSpPr/>
          <p:nvPr/>
        </p:nvSpPr>
        <p:spPr>
          <a:xfrm rot="298661">
            <a:off x="7565650" y="3078834"/>
            <a:ext cx="226522" cy="924085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2C8AFB-96DA-4C8D-A21C-076E4F0C4580}"/>
              </a:ext>
            </a:extLst>
          </p:cNvPr>
          <p:cNvSpPr txBox="1"/>
          <p:nvPr/>
        </p:nvSpPr>
        <p:spPr>
          <a:xfrm>
            <a:off x="5558313" y="2259444"/>
            <a:ext cx="1928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b="1" dirty="0"/>
              <a:t>O</a:t>
            </a:r>
            <a:r>
              <a:rPr lang="en-IN" sz="2000" b="1" dirty="0"/>
              <a:t>p</a:t>
            </a:r>
            <a:r>
              <a:rPr lang="en-DE" sz="2000" b="1" dirty="0"/>
              <a:t>t</a:t>
            </a:r>
            <a:r>
              <a:rPr lang="en-IN" sz="2000" b="1" dirty="0" err="1"/>
              <a:t>i</a:t>
            </a:r>
            <a:r>
              <a:rPr lang="en-DE" sz="2000" b="1" dirty="0"/>
              <a:t>c</a:t>
            </a:r>
            <a:r>
              <a:rPr lang="en-IN" sz="2000" b="1" dirty="0"/>
              <a:t>a</a:t>
            </a:r>
            <a:r>
              <a:rPr lang="en-DE" sz="2000" b="1" dirty="0"/>
              <a:t>l </a:t>
            </a:r>
            <a:r>
              <a:rPr lang="en-IN" sz="2000" b="1" dirty="0"/>
              <a:t>s</a:t>
            </a:r>
            <a:r>
              <a:rPr lang="en-DE" sz="2000" b="1" dirty="0"/>
              <a:t>y</a:t>
            </a:r>
            <a:r>
              <a:rPr lang="en-IN" sz="2000" b="1" dirty="0"/>
              <a:t>s</a:t>
            </a:r>
            <a:r>
              <a:rPr lang="en-DE" sz="2000" b="1" dirty="0"/>
              <a:t>t</a:t>
            </a:r>
            <a:r>
              <a:rPr lang="en-IN" sz="2000" b="1" dirty="0"/>
              <a:t>e</a:t>
            </a:r>
            <a:r>
              <a:rPr lang="en-DE" sz="2000" b="1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51774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CA9E9B-58DA-4575-A644-9AFBADD4E81C}"/>
              </a:ext>
            </a:extLst>
          </p:cNvPr>
          <p:cNvCxnSpPr>
            <a:cxnSpLocks/>
          </p:cNvCxnSpPr>
          <p:nvPr/>
        </p:nvCxnSpPr>
        <p:spPr>
          <a:xfrm>
            <a:off x="5971429" y="3590511"/>
            <a:ext cx="44845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9EEC9E-B37F-4674-9836-32F5B6CEE563}"/>
              </a:ext>
            </a:extLst>
          </p:cNvPr>
          <p:cNvCxnSpPr/>
          <p:nvPr/>
        </p:nvCxnSpPr>
        <p:spPr>
          <a:xfrm>
            <a:off x="6027088" y="1443659"/>
            <a:ext cx="2146852" cy="21468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DD3F98-65DD-40B6-8CCC-34063B976BDD}"/>
              </a:ext>
            </a:extLst>
          </p:cNvPr>
          <p:cNvCxnSpPr/>
          <p:nvPr/>
        </p:nvCxnSpPr>
        <p:spPr>
          <a:xfrm flipV="1">
            <a:off x="8173940" y="1380048"/>
            <a:ext cx="2210463" cy="22104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F63209-40A5-4B75-B323-C3ACA62FC44E}"/>
              </a:ext>
            </a:extLst>
          </p:cNvPr>
          <p:cNvCxnSpPr/>
          <p:nvPr/>
        </p:nvCxnSpPr>
        <p:spPr>
          <a:xfrm>
            <a:off x="8173940" y="3590511"/>
            <a:ext cx="699715" cy="1765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1BB53A9-6096-479D-B302-B7889E42D9BB}"/>
              </a:ext>
            </a:extLst>
          </p:cNvPr>
          <p:cNvSpPr/>
          <p:nvPr/>
        </p:nvSpPr>
        <p:spPr>
          <a:xfrm>
            <a:off x="6838120" y="2262642"/>
            <a:ext cx="159013" cy="159013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0993A3-FA68-486D-8CA3-96055B3A6155}"/>
              </a:ext>
            </a:extLst>
          </p:cNvPr>
          <p:cNvCxnSpPr>
            <a:cxnSpLocks/>
          </p:cNvCxnSpPr>
          <p:nvPr/>
        </p:nvCxnSpPr>
        <p:spPr>
          <a:xfrm flipH="1">
            <a:off x="6488264" y="2342149"/>
            <a:ext cx="429362" cy="4314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3A40DD0B-0074-49F0-950C-3A1C4674AD79}"/>
              </a:ext>
            </a:extLst>
          </p:cNvPr>
          <p:cNvSpPr/>
          <p:nvPr/>
        </p:nvSpPr>
        <p:spPr>
          <a:xfrm>
            <a:off x="9185080" y="2415042"/>
            <a:ext cx="159013" cy="159013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B56DB4-DC57-465B-BB53-35FBA307F519}"/>
              </a:ext>
            </a:extLst>
          </p:cNvPr>
          <p:cNvCxnSpPr>
            <a:cxnSpLocks/>
          </p:cNvCxnSpPr>
          <p:nvPr/>
        </p:nvCxnSpPr>
        <p:spPr>
          <a:xfrm>
            <a:off x="9264586" y="2472005"/>
            <a:ext cx="467813" cy="5066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074604-E138-43D1-B290-6BA51F274CC7}"/>
              </a:ext>
            </a:extLst>
          </p:cNvPr>
          <p:cNvCxnSpPr>
            <a:cxnSpLocks/>
          </p:cNvCxnSpPr>
          <p:nvPr/>
        </p:nvCxnSpPr>
        <p:spPr>
          <a:xfrm flipH="1">
            <a:off x="8038768" y="4543646"/>
            <a:ext cx="516833" cy="2157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38EE5B0C-0DA0-4902-A786-8B2B653D4553}"/>
              </a:ext>
            </a:extLst>
          </p:cNvPr>
          <p:cNvSpPr/>
          <p:nvPr/>
        </p:nvSpPr>
        <p:spPr>
          <a:xfrm>
            <a:off x="8476091" y="4473106"/>
            <a:ext cx="159013" cy="159013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6251E2-3CB4-44B6-9E9C-70D804304B1D}"/>
              </a:ext>
            </a:extLst>
          </p:cNvPr>
          <p:cNvSpPr txBox="1"/>
          <p:nvPr/>
        </p:nvSpPr>
        <p:spPr>
          <a:xfrm>
            <a:off x="6949430" y="2005643"/>
            <a:ext cx="349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dirty="0"/>
              <a:t>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2009A1-D802-4B03-BDA7-234FA4271568}"/>
              </a:ext>
            </a:extLst>
          </p:cNvPr>
          <p:cNvSpPr txBox="1"/>
          <p:nvPr/>
        </p:nvSpPr>
        <p:spPr>
          <a:xfrm>
            <a:off x="6353089" y="2733069"/>
            <a:ext cx="349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dirty="0"/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D20216-1F5E-4EDE-8162-7BBE9D0C3618}"/>
              </a:ext>
            </a:extLst>
          </p:cNvPr>
          <p:cNvSpPr txBox="1"/>
          <p:nvPr/>
        </p:nvSpPr>
        <p:spPr>
          <a:xfrm>
            <a:off x="10137917" y="2707917"/>
            <a:ext cx="492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b="1" dirty="0"/>
              <a:t>n1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06947-C9FB-470C-9125-38B25484EEA8}"/>
              </a:ext>
            </a:extLst>
          </p:cNvPr>
          <p:cNvSpPr txBox="1"/>
          <p:nvPr/>
        </p:nvSpPr>
        <p:spPr>
          <a:xfrm>
            <a:off x="10137917" y="4292785"/>
            <a:ext cx="492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b="1" dirty="0"/>
              <a:t>n2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608D17-271F-496C-8939-0CDEE4F19ADE}"/>
              </a:ext>
            </a:extLst>
          </p:cNvPr>
          <p:cNvSpPr txBox="1"/>
          <p:nvPr/>
        </p:nvSpPr>
        <p:spPr>
          <a:xfrm>
            <a:off x="6702945" y="1748531"/>
            <a:ext cx="485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b="1" dirty="0" err="1"/>
              <a:t>E</a:t>
            </a:r>
            <a:r>
              <a:rPr lang="en-DE" sz="2000" b="1" baseline="-25000" dirty="0" err="1"/>
              <a:t>i</a:t>
            </a:r>
            <a:endParaRPr lang="en-DE" sz="2000" b="1" baseline="-25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8C602D-B010-4DE2-80C5-6CE2911A0EB0}"/>
              </a:ext>
            </a:extLst>
          </p:cNvPr>
          <p:cNvSpPr txBox="1"/>
          <p:nvPr/>
        </p:nvSpPr>
        <p:spPr>
          <a:xfrm>
            <a:off x="9336164" y="1748531"/>
            <a:ext cx="485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b="1" dirty="0" err="1"/>
              <a:t>E</a:t>
            </a:r>
            <a:r>
              <a:rPr lang="en-DE" sz="2000" b="1" baseline="-25000" dirty="0" err="1"/>
              <a:t>r</a:t>
            </a:r>
            <a:endParaRPr lang="en-DE" sz="2000" b="1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2597A2-2AB1-4288-9773-F0605AD33F74}"/>
              </a:ext>
            </a:extLst>
          </p:cNvPr>
          <p:cNvSpPr txBox="1"/>
          <p:nvPr/>
        </p:nvSpPr>
        <p:spPr>
          <a:xfrm>
            <a:off x="8673559" y="4541567"/>
            <a:ext cx="485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b="1" dirty="0"/>
              <a:t>E</a:t>
            </a:r>
            <a:r>
              <a:rPr lang="en-DE" sz="2000" b="1" baseline="-25000" dirty="0"/>
              <a:t>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B10B6B2-0055-4DB0-B5AE-015EB36F8F84}"/>
              </a:ext>
            </a:extLst>
          </p:cNvPr>
          <p:cNvCxnSpPr>
            <a:cxnSpLocks/>
          </p:cNvCxnSpPr>
          <p:nvPr/>
        </p:nvCxnSpPr>
        <p:spPr>
          <a:xfrm>
            <a:off x="921800" y="1199272"/>
            <a:ext cx="4223213" cy="38678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D0C2DA1-7530-4B34-A803-955A6AB09243}"/>
              </a:ext>
            </a:extLst>
          </p:cNvPr>
          <p:cNvSpPr/>
          <p:nvPr/>
        </p:nvSpPr>
        <p:spPr>
          <a:xfrm>
            <a:off x="942975" y="1103707"/>
            <a:ext cx="4229100" cy="3514956"/>
          </a:xfrm>
          <a:custGeom>
            <a:avLst/>
            <a:gdLst>
              <a:gd name="connsiteX0" fmla="*/ 0 w 4229100"/>
              <a:gd name="connsiteY0" fmla="*/ 86918 h 3514956"/>
              <a:gd name="connsiteX1" fmla="*/ 752475 w 4229100"/>
              <a:gd name="connsiteY1" fmla="*/ 125018 h 3514956"/>
              <a:gd name="connsiteX2" fmla="*/ 342900 w 4229100"/>
              <a:gd name="connsiteY2" fmla="*/ 1287068 h 3514956"/>
              <a:gd name="connsiteX3" fmla="*/ 2038350 w 4229100"/>
              <a:gd name="connsiteY3" fmla="*/ 1182293 h 3514956"/>
              <a:gd name="connsiteX4" fmla="*/ 1704975 w 4229100"/>
              <a:gd name="connsiteY4" fmla="*/ 2458643 h 3514956"/>
              <a:gd name="connsiteX5" fmla="*/ 3257550 w 4229100"/>
              <a:gd name="connsiteY5" fmla="*/ 2420543 h 3514956"/>
              <a:gd name="connsiteX6" fmla="*/ 2981325 w 4229100"/>
              <a:gd name="connsiteY6" fmla="*/ 3382568 h 3514956"/>
              <a:gd name="connsiteX7" fmla="*/ 4229100 w 4229100"/>
              <a:gd name="connsiteY7" fmla="*/ 3506393 h 3514956"/>
              <a:gd name="connsiteX8" fmla="*/ 4229100 w 4229100"/>
              <a:gd name="connsiteY8" fmla="*/ 3506393 h 351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29100" h="3514956">
                <a:moveTo>
                  <a:pt x="0" y="86918"/>
                </a:moveTo>
                <a:cubicBezTo>
                  <a:pt x="347662" y="5955"/>
                  <a:pt x="695325" y="-75007"/>
                  <a:pt x="752475" y="125018"/>
                </a:cubicBezTo>
                <a:cubicBezTo>
                  <a:pt x="809625" y="325043"/>
                  <a:pt x="128588" y="1110856"/>
                  <a:pt x="342900" y="1287068"/>
                </a:cubicBezTo>
                <a:cubicBezTo>
                  <a:pt x="557212" y="1463280"/>
                  <a:pt x="1811338" y="987031"/>
                  <a:pt x="2038350" y="1182293"/>
                </a:cubicBezTo>
                <a:cubicBezTo>
                  <a:pt x="2265363" y="1377556"/>
                  <a:pt x="1501775" y="2252268"/>
                  <a:pt x="1704975" y="2458643"/>
                </a:cubicBezTo>
                <a:cubicBezTo>
                  <a:pt x="1908175" y="2665018"/>
                  <a:pt x="3044825" y="2266556"/>
                  <a:pt x="3257550" y="2420543"/>
                </a:cubicBezTo>
                <a:cubicBezTo>
                  <a:pt x="3470275" y="2574530"/>
                  <a:pt x="2819400" y="3201593"/>
                  <a:pt x="2981325" y="3382568"/>
                </a:cubicBezTo>
                <a:cubicBezTo>
                  <a:pt x="3143250" y="3563543"/>
                  <a:pt x="4229100" y="3506393"/>
                  <a:pt x="4229100" y="3506393"/>
                </a:cubicBezTo>
                <a:lnTo>
                  <a:pt x="4229100" y="3506393"/>
                </a:ln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928ED6-E554-4435-8DBE-AA6C9A083227}"/>
              </a:ext>
            </a:extLst>
          </p:cNvPr>
          <p:cNvSpPr txBox="1"/>
          <p:nvPr/>
        </p:nvSpPr>
        <p:spPr>
          <a:xfrm>
            <a:off x="1692795" y="903652"/>
            <a:ext cx="485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b="1" dirty="0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n-DE" sz="2000" b="1" baseline="-25000" dirty="0">
                <a:solidFill>
                  <a:schemeClr val="accent6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FDC31B8-F1BB-46D2-A924-34C5503D9109}"/>
              </a:ext>
            </a:extLst>
          </p:cNvPr>
          <p:cNvSpPr/>
          <p:nvPr/>
        </p:nvSpPr>
        <p:spPr>
          <a:xfrm>
            <a:off x="1266825" y="819761"/>
            <a:ext cx="3676650" cy="4132470"/>
          </a:xfrm>
          <a:custGeom>
            <a:avLst/>
            <a:gdLst>
              <a:gd name="connsiteX0" fmla="*/ 0 w 3676650"/>
              <a:gd name="connsiteY0" fmla="*/ 647089 h 4132470"/>
              <a:gd name="connsiteX1" fmla="*/ 152400 w 3676650"/>
              <a:gd name="connsiteY1" fmla="*/ 85114 h 4132470"/>
              <a:gd name="connsiteX2" fmla="*/ 895350 w 3676650"/>
              <a:gd name="connsiteY2" fmla="*/ 2256814 h 4132470"/>
              <a:gd name="connsiteX3" fmla="*/ 1228725 w 3676650"/>
              <a:gd name="connsiteY3" fmla="*/ 1247164 h 4132470"/>
              <a:gd name="connsiteX4" fmla="*/ 2085975 w 3676650"/>
              <a:gd name="connsiteY4" fmla="*/ 3171214 h 4132470"/>
              <a:gd name="connsiteX5" fmla="*/ 2514600 w 3676650"/>
              <a:gd name="connsiteY5" fmla="*/ 2333014 h 4132470"/>
              <a:gd name="connsiteX6" fmla="*/ 3143250 w 3676650"/>
              <a:gd name="connsiteY6" fmla="*/ 4057039 h 4132470"/>
              <a:gd name="connsiteX7" fmla="*/ 3676650 w 3676650"/>
              <a:gd name="connsiteY7" fmla="*/ 3847489 h 4132470"/>
              <a:gd name="connsiteX8" fmla="*/ 3676650 w 3676650"/>
              <a:gd name="connsiteY8" fmla="*/ 3847489 h 413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6650" h="4132470">
                <a:moveTo>
                  <a:pt x="0" y="647089"/>
                </a:moveTo>
                <a:cubicBezTo>
                  <a:pt x="1587" y="231958"/>
                  <a:pt x="3175" y="-183173"/>
                  <a:pt x="152400" y="85114"/>
                </a:cubicBezTo>
                <a:cubicBezTo>
                  <a:pt x="301625" y="353401"/>
                  <a:pt x="715963" y="2063139"/>
                  <a:pt x="895350" y="2256814"/>
                </a:cubicBezTo>
                <a:cubicBezTo>
                  <a:pt x="1074738" y="2450489"/>
                  <a:pt x="1030288" y="1094764"/>
                  <a:pt x="1228725" y="1247164"/>
                </a:cubicBezTo>
                <a:cubicBezTo>
                  <a:pt x="1427162" y="1399564"/>
                  <a:pt x="1871663" y="2990239"/>
                  <a:pt x="2085975" y="3171214"/>
                </a:cubicBezTo>
                <a:cubicBezTo>
                  <a:pt x="2300288" y="3352189"/>
                  <a:pt x="2338388" y="2185377"/>
                  <a:pt x="2514600" y="2333014"/>
                </a:cubicBezTo>
                <a:cubicBezTo>
                  <a:pt x="2690812" y="2480651"/>
                  <a:pt x="2949575" y="3804627"/>
                  <a:pt x="3143250" y="4057039"/>
                </a:cubicBezTo>
                <a:cubicBezTo>
                  <a:pt x="3336925" y="4309451"/>
                  <a:pt x="3676650" y="3847489"/>
                  <a:pt x="3676650" y="3847489"/>
                </a:cubicBezTo>
                <a:lnTo>
                  <a:pt x="3676650" y="3847489"/>
                </a:ln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F162D6-574D-4504-8F7B-426297B8DC49}"/>
              </a:ext>
            </a:extLst>
          </p:cNvPr>
          <p:cNvSpPr txBox="1"/>
          <p:nvPr/>
        </p:nvSpPr>
        <p:spPr>
          <a:xfrm>
            <a:off x="1065287" y="419651"/>
            <a:ext cx="485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b="1" dirty="0" err="1">
                <a:solidFill>
                  <a:schemeClr val="accent2">
                    <a:lumMod val="75000"/>
                  </a:schemeClr>
                </a:solidFill>
              </a:rPr>
              <a:t>E</a:t>
            </a:r>
            <a:r>
              <a:rPr lang="en-DE" sz="2000" b="1" baseline="-25000" dirty="0" err="1">
                <a:solidFill>
                  <a:schemeClr val="accent2">
                    <a:lumMod val="75000"/>
                  </a:schemeClr>
                </a:solidFill>
              </a:rPr>
              <a:t>y</a:t>
            </a:r>
            <a:endParaRPr lang="en-DE" sz="2000" b="1" baseline="-25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5F32D7-CB89-4A16-A583-49A5A6BF250F}"/>
              </a:ext>
            </a:extLst>
          </p:cNvPr>
          <p:cNvSpPr txBox="1"/>
          <p:nvPr/>
        </p:nvSpPr>
        <p:spPr>
          <a:xfrm>
            <a:off x="5037668" y="4962596"/>
            <a:ext cx="485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Z</a:t>
            </a:r>
            <a:endParaRPr lang="en-DE" sz="2000" b="1" baseline="-25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493874-A1DA-469A-A254-7AFD6C6FA367}"/>
              </a:ext>
            </a:extLst>
          </p:cNvPr>
          <p:cNvSpPr txBox="1"/>
          <p:nvPr/>
        </p:nvSpPr>
        <p:spPr>
          <a:xfrm>
            <a:off x="1093407" y="5236177"/>
            <a:ext cx="387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E</a:t>
            </a:r>
            <a:r>
              <a:rPr lang="en-IN" dirty="0"/>
              <a:t>l</a:t>
            </a:r>
            <a:r>
              <a:rPr lang="en-DE" dirty="0"/>
              <a:t>e</a:t>
            </a:r>
            <a:r>
              <a:rPr lang="en-IN" dirty="0"/>
              <a:t>c</a:t>
            </a:r>
            <a:r>
              <a:rPr lang="en-DE" dirty="0"/>
              <a:t>t</a:t>
            </a:r>
            <a:r>
              <a:rPr lang="en-IN" dirty="0"/>
              <a:t>r</a:t>
            </a:r>
            <a:r>
              <a:rPr lang="en-DE" dirty="0"/>
              <a:t>o</a:t>
            </a:r>
            <a:r>
              <a:rPr lang="en-IN" dirty="0"/>
              <a:t>m</a:t>
            </a:r>
            <a:r>
              <a:rPr lang="en-DE" dirty="0"/>
              <a:t>a</a:t>
            </a:r>
            <a:r>
              <a:rPr lang="en-IN" dirty="0"/>
              <a:t>g</a:t>
            </a:r>
            <a:r>
              <a:rPr lang="en-DE" dirty="0"/>
              <a:t>n</a:t>
            </a:r>
            <a:r>
              <a:rPr lang="en-IN" dirty="0"/>
              <a:t>e</a:t>
            </a:r>
            <a:r>
              <a:rPr lang="en-DE" dirty="0"/>
              <a:t>t</a:t>
            </a:r>
            <a:r>
              <a:rPr lang="en-IN" dirty="0" err="1"/>
              <a:t>i</a:t>
            </a:r>
            <a:r>
              <a:rPr lang="en-DE" dirty="0"/>
              <a:t>c </a:t>
            </a:r>
            <a:r>
              <a:rPr lang="en-IN" dirty="0"/>
              <a:t>w</a:t>
            </a:r>
            <a:r>
              <a:rPr lang="en-DE" dirty="0"/>
              <a:t>a</a:t>
            </a:r>
            <a:r>
              <a:rPr lang="en-IN" dirty="0"/>
              <a:t>v</a:t>
            </a:r>
            <a:r>
              <a:rPr lang="en-DE" dirty="0"/>
              <a:t>e </a:t>
            </a:r>
            <a:r>
              <a:rPr lang="en-IN" dirty="0"/>
              <a:t>p</a:t>
            </a:r>
            <a:r>
              <a:rPr lang="en-DE" dirty="0"/>
              <a:t>r</a:t>
            </a:r>
            <a:r>
              <a:rPr lang="en-IN" dirty="0"/>
              <a:t>o</a:t>
            </a:r>
            <a:r>
              <a:rPr lang="en-DE" dirty="0"/>
              <a:t>p</a:t>
            </a:r>
            <a:r>
              <a:rPr lang="en-IN" dirty="0"/>
              <a:t>a</a:t>
            </a:r>
            <a:r>
              <a:rPr lang="en-DE" dirty="0"/>
              <a:t>g</a:t>
            </a:r>
            <a:r>
              <a:rPr lang="en-IN" dirty="0"/>
              <a:t>a</a:t>
            </a:r>
            <a:r>
              <a:rPr lang="en-DE" dirty="0"/>
              <a:t>t</a:t>
            </a:r>
            <a:r>
              <a:rPr lang="en-IN" dirty="0" err="1"/>
              <a:t>i</a:t>
            </a:r>
            <a:r>
              <a:rPr lang="en-DE" dirty="0"/>
              <a:t>o</a:t>
            </a:r>
            <a:r>
              <a:rPr lang="en-IN" dirty="0"/>
              <a:t>n</a:t>
            </a:r>
            <a:endParaRPr lang="en-DE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D0A17F-6BDD-4779-9E44-F6BE3E431359}"/>
              </a:ext>
            </a:extLst>
          </p:cNvPr>
          <p:cNvSpPr txBox="1"/>
          <p:nvPr/>
        </p:nvSpPr>
        <p:spPr>
          <a:xfrm>
            <a:off x="6747425" y="980204"/>
            <a:ext cx="309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/>
              <a:t>Interaction at </a:t>
            </a:r>
            <a:r>
              <a:rPr lang="en-IN" dirty="0"/>
              <a:t>m</a:t>
            </a:r>
            <a:r>
              <a:rPr lang="en-DE" dirty="0"/>
              <a:t>e</a:t>
            </a:r>
            <a:r>
              <a:rPr lang="en-IN" dirty="0"/>
              <a:t>d</a:t>
            </a:r>
            <a:r>
              <a:rPr lang="en-DE" dirty="0" err="1"/>
              <a:t>i</a:t>
            </a:r>
            <a:r>
              <a:rPr lang="en-IN" dirty="0"/>
              <a:t>a</a:t>
            </a:r>
            <a:r>
              <a:rPr lang="en-DE" dirty="0"/>
              <a:t> boundary </a:t>
            </a:r>
            <a:r>
              <a:rPr lang="en-IN" dirty="0"/>
              <a:t>F</a:t>
            </a:r>
            <a:r>
              <a:rPr lang="en-DE" dirty="0"/>
              <a:t>r</a:t>
            </a:r>
            <a:r>
              <a:rPr lang="en-IN" dirty="0"/>
              <a:t>e</a:t>
            </a:r>
            <a:r>
              <a:rPr lang="en-DE" dirty="0"/>
              <a:t>s</a:t>
            </a:r>
            <a:r>
              <a:rPr lang="en-IN" dirty="0"/>
              <a:t>n</a:t>
            </a:r>
            <a:r>
              <a:rPr lang="en-DE" dirty="0"/>
              <a:t>e</a:t>
            </a:r>
            <a:r>
              <a:rPr lang="en-IN" dirty="0"/>
              <a:t>l</a:t>
            </a:r>
            <a:r>
              <a:rPr lang="en-DE" dirty="0"/>
              <a:t>’</a:t>
            </a:r>
            <a:r>
              <a:rPr lang="en-IN" dirty="0"/>
              <a:t>s</a:t>
            </a:r>
            <a:r>
              <a:rPr lang="en-DE" dirty="0"/>
              <a:t> formulation </a:t>
            </a:r>
          </a:p>
        </p:txBody>
      </p:sp>
    </p:spTree>
    <p:extLst>
      <p:ext uri="{BB962C8B-B14F-4D97-AF65-F5344CB8AC3E}">
        <p14:creationId xmlns:p14="http://schemas.microsoft.com/office/powerpoint/2010/main" val="2889223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Hemanth Pruthvi</dc:creator>
  <cp:lastModifiedBy>Hemanth Pruthvi</cp:lastModifiedBy>
  <cp:revision>42</cp:revision>
  <dcterms:created xsi:type="dcterms:W3CDTF">2020-12-23T11:01:26Z</dcterms:created>
  <dcterms:modified xsi:type="dcterms:W3CDTF">2020-12-24T08:01:02Z</dcterms:modified>
</cp:coreProperties>
</file>